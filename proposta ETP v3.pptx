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9" r:id="rId4"/>
    <p:sldId id="260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026" y="8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309A1A-25DF-476E-B91A-DC446D6C7269}" type="datetimeFigureOut">
              <a:rPr lang="pt-BR" smtClean="0"/>
              <a:t>27/03/2026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9B74E5-5EE2-4509-B6E0-57ABDAE0C8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60535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B74E5-5EE2-4509-B6E0-57ABDAE0C8A7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5048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79537A-88A3-5DF9-EE6C-3149FBB10C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9D61979-5CF7-E569-A9E3-4185125B52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0854AE2-8890-25AE-9D44-5EE88BB60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B295F-7893-4336-AAE8-E21F26171789}" type="datetimeFigureOut">
              <a:rPr lang="pt-BR" smtClean="0"/>
              <a:t>27/03/2026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B6B8F40-18EB-CE7F-CB90-5C731C8B1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B4553DD-CC8C-6932-7BFD-E8593D515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A4B5F-DABC-4A65-9A06-762B04E82C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1396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D1BED2-E297-5E34-C603-7E2C2AD92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1DFDB6-E110-EF01-29FF-3BE407E681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A1F0DC7-F71C-97E4-1856-98E14C494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B295F-7893-4336-AAE8-E21F26171789}" type="datetimeFigureOut">
              <a:rPr lang="pt-BR" smtClean="0"/>
              <a:t>27/03/2026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6510B12-E99D-3149-E209-9DEEFAA0C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65E12E6-A74D-15BF-BEF7-3D08A394A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A4B5F-DABC-4A65-9A06-762B04E82C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7645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393BA9-21DA-F9D6-D6F0-AE375CA68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408CA64-AE79-ECF8-CADD-588CD5C165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4EF0BE-47BA-54F0-0778-61D0E27EE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B295F-7893-4336-AAE8-E21F26171789}" type="datetimeFigureOut">
              <a:rPr lang="pt-BR" smtClean="0"/>
              <a:t>27/03/2026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BB6C52C-A782-EB2B-05B8-D5AE73B3E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9FA2DE-633A-4759-F855-DC6766496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A4B5F-DABC-4A65-9A06-762B04E82C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5585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62287B-0DF0-FA76-2C3E-B1CCBB0A6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B020ADD-139E-AA45-D6A9-110A462A29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06AD393-88E1-A72E-17C2-87AE619E97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BB721BB-CDA5-8719-5AC6-D241F21DC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B295F-7893-4336-AAE8-E21F26171789}" type="datetimeFigureOut">
              <a:rPr lang="pt-BR" smtClean="0"/>
              <a:t>27/03/2026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F3542D2-B591-029D-47FF-F2A95A608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48EA304-F552-3A60-E144-B27FD33D8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A4B5F-DABC-4A65-9A06-762B04E82C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1393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6D65AD-89F9-2B84-2EB5-1704CDF17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9BEBFA7-3484-5DB3-B2F6-EFA5A25F0C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8DF3FE7-EFA9-99A8-4F0C-7F0C8D2398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5A7B5E3-22B1-54D3-6E9C-8DBDCD3BC9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24245C7-FEAB-B251-B5BD-CB63B25797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1A73DFF-93FE-7D72-38DC-2E3E60C93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B295F-7893-4336-AAE8-E21F26171789}" type="datetimeFigureOut">
              <a:rPr lang="pt-BR" smtClean="0"/>
              <a:t>27/03/2026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C8C75AE-6B90-0AC1-0463-21D940063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C719BDF-973C-8B3F-F3D9-93ACEB62D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A4B5F-DABC-4A65-9A06-762B04E82C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0430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284E18-E438-6398-2D70-E651DD318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3EC09AE-24B6-5CFA-0C45-359230F3A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B295F-7893-4336-AAE8-E21F26171789}" type="datetimeFigureOut">
              <a:rPr lang="pt-BR" smtClean="0"/>
              <a:t>27/03/2026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481823E-9A0E-3B40-9DBE-92DCEE7DD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20CBDD7-3A2F-A2E9-4863-212C4F371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A4B5F-DABC-4A65-9A06-762B04E82C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6532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F5CD04F-36E8-594C-0165-60483513B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B295F-7893-4336-AAE8-E21F26171789}" type="datetimeFigureOut">
              <a:rPr lang="pt-BR" smtClean="0"/>
              <a:t>27/03/2026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BF9F7E0-B8FD-DFE7-0F5D-FE46F8112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1632EBF-879F-F0EF-2846-831EAAA44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A4B5F-DABC-4A65-9A06-762B04E82C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5592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6CB6CF-357F-C39E-6921-CB1917863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108E097-8564-72DF-3C4E-F7E899AFEA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4DEDEF6-C198-E043-DC15-33119F9C05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10D459F-FA8E-4747-2404-5531B3470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B295F-7893-4336-AAE8-E21F26171789}" type="datetimeFigureOut">
              <a:rPr lang="pt-BR" smtClean="0"/>
              <a:t>27/03/2026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D6AB304-CDA2-8576-D866-A8F271A6B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5A12E01-8FFA-CE97-81CB-E07071393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A4B5F-DABC-4A65-9A06-762B04E82C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2139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BC43DC-23E1-4858-564A-5A27D66A9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53AEE37-257A-CFF2-C68D-67616088C7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C892082-28AD-581F-65C7-3E52C3F555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0801686-2500-A904-08E1-634516E1E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B295F-7893-4336-AAE8-E21F26171789}" type="datetimeFigureOut">
              <a:rPr lang="pt-BR" smtClean="0"/>
              <a:t>27/03/2026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E1D5421-E310-ECA2-D009-2D68C87C9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2A970ED-F4DA-F28C-F054-EAE8F0047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A4B5F-DABC-4A65-9A06-762B04E82C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3922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67D19D-3509-D6C8-E695-0EFBB789F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4743F94-D495-50D7-3B78-7B3C285DF5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51EF393-1F3C-95F4-6ECA-B2D7285BB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B295F-7893-4336-AAE8-E21F26171789}" type="datetimeFigureOut">
              <a:rPr lang="pt-BR" smtClean="0"/>
              <a:t>27/03/2026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E5C8F6-AB1B-9621-BF42-B16A2B3DE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A614FC-C090-22DA-8CA1-DF24A658D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A4B5F-DABC-4A65-9A06-762B04E82C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30099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B07BB13-35CF-EBE6-73E2-CB211078C1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CA570F5-4EE2-0DFD-BDD7-A8AE7AF8DF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7AB790-E69E-9C4D-05BB-6C6A282A4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B295F-7893-4336-AAE8-E21F26171789}" type="datetimeFigureOut">
              <a:rPr lang="pt-BR" smtClean="0"/>
              <a:t>27/03/2026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AD8B21D-382B-BED5-CE45-F7FD16214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FAA58CA-01AB-DCAB-A25C-C040BFE43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A4B5F-DABC-4A65-9A06-762B04E82C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2885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2183A2A-A368-1298-E06B-6BA835298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68DDB14-1745-38A5-0956-2A5B7A6301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BB52564-3CD1-4DDB-DF7A-0ABFA36F99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4B295F-7893-4336-AAE8-E21F26171789}" type="datetimeFigureOut">
              <a:rPr lang="pt-BR" smtClean="0"/>
              <a:t>27/03/2026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B3C0626-4402-E5E3-BFB0-2D14070559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66D0152-C130-268B-C81F-B45A8D898C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2A4B5F-DABC-4A65-9A06-762B04E82C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6347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FC0A4B55-E105-F0F1-9D06-C0DC0E3937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62362"/>
            <a:ext cx="12192000" cy="7182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6429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 descr="Tela de celular com foto de homem&#10;&#10;O conteúdo gerado por IA pode estar incorreto.">
            <a:extLst>
              <a:ext uri="{FF2B5EF4-FFF2-40B4-BE49-F238E27FC236}">
                <a16:creationId xmlns:a16="http://schemas.microsoft.com/office/drawing/2014/main" id="{198C1336-1282-738D-B2C8-39D305DB10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33830" y="0"/>
            <a:ext cx="127651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842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72063F-344A-5E5D-F8BA-249E3EB8D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DB1C88D-7240-4073-6F91-A1B33F6A9A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9CF30B08-03D3-AB94-E078-7C29B9C92F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689" r="5689"/>
          <a:stretch>
            <a:fillRect/>
          </a:stretch>
        </p:blipFill>
        <p:spPr>
          <a:xfrm>
            <a:off x="0" y="0"/>
            <a:ext cx="12192000" cy="7069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524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7C2FFC-8DBC-F07D-869C-DF9FB66A9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2EDBAFE-86DE-893A-745D-66CFA5D803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6B89049-6928-690D-5D5F-87A71D0353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5262"/>
          <a:stretch>
            <a:fillRect/>
          </a:stretch>
        </p:blipFill>
        <p:spPr>
          <a:xfrm>
            <a:off x="-836" y="0"/>
            <a:ext cx="3027858" cy="68580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90902555-6FE1-A7BC-D07D-876FD13C45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5262"/>
          <a:stretch>
            <a:fillRect/>
          </a:stretch>
        </p:blipFill>
        <p:spPr>
          <a:xfrm>
            <a:off x="9158515" y="0"/>
            <a:ext cx="3027858" cy="685800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E3E0FD83-8361-4D5F-29F7-7486F2F047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5495" y="0"/>
            <a:ext cx="65010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11727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1092</TotalTime>
  <Words>1</Words>
  <Application>Microsoft Office PowerPoint</Application>
  <PresentationFormat>Widescreen</PresentationFormat>
  <Paragraphs>1</Paragraphs>
  <Slides>4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Adriano Portugal</dc:creator>
  <cp:lastModifiedBy>Adriano Portugal</cp:lastModifiedBy>
  <cp:revision>4</cp:revision>
  <dcterms:created xsi:type="dcterms:W3CDTF">2026-01-31T02:04:35Z</dcterms:created>
  <dcterms:modified xsi:type="dcterms:W3CDTF">2026-03-27T20:22:01Z</dcterms:modified>
</cp:coreProperties>
</file>